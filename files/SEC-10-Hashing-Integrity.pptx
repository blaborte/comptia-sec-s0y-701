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0"/>
            <a:ext cx="1371600" cy="1371600"/>
          </a:xfrm>
          <a:prstGeom prst="rect">
            <a:avLst/>
          </a:prstGeom>
          <a:solidFill>
            <a:srgbClr val="7B2FBE">
              <a:alpha val="12000"/>
            </a:srgbClr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274320"/>
            <a:ext cx="1005840" cy="384048"/>
          </a:xfrm>
          <a:prstGeom prst="rect">
            <a:avLst/>
          </a:prstGeom>
          <a:solidFill>
            <a:srgbClr val="7B2FBE">
              <a:alpha val="20000"/>
            </a:srgbClr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7432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B2FBE"/>
                </a:solidFill>
              </a:rPr>
              <a:t>BL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" y="7498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5A7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CompTIA Security+ SY0-701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1234440"/>
            <a:ext cx="8321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Hashing &amp; Integrity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411480" y="2788920"/>
            <a:ext cx="2011680" cy="4572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9718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0D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MD5 · SHA · HMAC · Salting · Digital Signatures · Collision Attacks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477316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A7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 Cybersecurity Series  ·  Study Presentation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7B2FBE">
              <a:alpha val="60000"/>
            </a:srgbClr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Cryptographic Hash Functions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4069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function: one-way function; same input always produces same output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MD5 — 128-bit; BROKEN for security; only for checksums/file verification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SHA-1 — 160-bit; DEPRECATED; collision attacks demonstrated in 2017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— 256-bit; current standard for most security applications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SHA-3 — Different algorithm than SHA-2; backup standard if SHA-2 broken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COLLISION — Two different inputs produce same hash; breaks integrity guarantees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PREIMAGE RESISTANCE — Cannot reverse hash to find original input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188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 Cybersecurity Series  ·  CompTIA Security+ SY0-701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7B2FBE">
              <a:alpha val="60000"/>
            </a:srgbClr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Hashing &amp; Salting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4114800" cy="4023360"/>
          </a:xfrm>
          <a:prstGeom prst="rect">
            <a:avLst/>
          </a:prstGeom>
          <a:solidFill>
            <a:srgbClr val="111827"/>
          </a:solidFill>
          <a:ln w="12700">
            <a:solidFill>
              <a:srgbClr val="7B2FB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04672"/>
            <a:ext cx="4114800" cy="347472"/>
          </a:xfrm>
          <a:prstGeom prst="rect">
            <a:avLst/>
          </a:prstGeom>
          <a:solidFill>
            <a:srgbClr val="7B2FBE">
              <a:alpha val="30000"/>
            </a:srgbClr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229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Storage Best Practices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207008"/>
            <a:ext cx="38862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store plaintext passwords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passwords before storing in database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SALT — random value added to password before hashing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Salt prevents rainbow table attacks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user gets unique salt (stored with hash)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BCRYPT/PBKDF2/Argon2 — use built-in salting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804672"/>
            <a:ext cx="4114800" cy="4023360"/>
          </a:xfrm>
          <a:prstGeom prst="rect">
            <a:avLst/>
          </a:prstGeom>
          <a:solidFill>
            <a:srgbClr val="111827"/>
          </a:solidFill>
          <a:ln w="12700">
            <a:solidFill>
              <a:srgbClr val="7B2FB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804672"/>
            <a:ext cx="4114800" cy="347472"/>
          </a:xfrm>
          <a:prstGeom prst="rect">
            <a:avLst/>
          </a:prstGeom>
          <a:solidFill>
            <a:srgbClr val="7B2FBE">
              <a:alpha val="30000"/>
            </a:srgbClr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8229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Stretching Techniques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00600" y="1207008"/>
            <a:ext cx="38862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PBKDF2 — applies hash thousands of times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— computationally expensive by design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Argon2 — winner of Password Hashing Competition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Scrypt — memory-intensive to resist GPU attacks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factor/iterations can be increased over time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brute-force attacks extremely slow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48188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 Cybersecurity Series  ·  CompTIA Security+ SY0-701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7B2FBE">
              <a:alpha val="60000"/>
            </a:srgbClr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HMAC &amp; Digital Signatures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4069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HMAC — Hash-based Message Authentication Code; uses secret key + hash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HMAC provides BOTH integrity (hash) and authentication (shared secret key)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SIGNATURE — Asymmetric; sender signs with private key, recipient verifies with public key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signature provides: integrity, authentication, AND non-repudiation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Process: Hash the message → Encrypt hash with private key → Attach to message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Recipient: Decrypt signature with public key → Compare to their own hash of message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DSA, RSA, ECDSA — Common digital signature algorithms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188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 Cybersecurity Series  ·  CompTIA Security+ SY0-701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827">
              <a:alpha val="40000"/>
            </a:srgbClr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B2F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 TAKEAWAYS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731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Hashing &amp; Integrity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11480" y="1508760"/>
            <a:ext cx="1371600" cy="36576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664208"/>
            <a:ext cx="292608" cy="292608"/>
          </a:xfrm>
          <a:prstGeom prst="rect">
            <a:avLst/>
          </a:prstGeom>
          <a:solidFill>
            <a:srgbClr val="7B2FBE">
              <a:alpha val="30000"/>
            </a:srgbClr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6642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1664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MD5 and SHA-1 are broken — use SHA-256 or SHA-3 for security applications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2286000"/>
            <a:ext cx="292608" cy="292608"/>
          </a:xfrm>
          <a:prstGeom prst="rect">
            <a:avLst/>
          </a:prstGeom>
          <a:solidFill>
            <a:srgbClr val="7B2FBE">
              <a:alpha val="30000"/>
            </a:srgbClr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2860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28600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Salting prevents rainbow table attacks — every password gets a unique random salt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11480" y="2907792"/>
            <a:ext cx="292608" cy="292608"/>
          </a:xfrm>
          <a:prstGeom prst="rect">
            <a:avLst/>
          </a:prstGeom>
          <a:solidFill>
            <a:srgbClr val="7B2FBE">
              <a:alpha val="30000"/>
            </a:srgbClr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9077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290779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bcrypt, PBKDF2, and Argon2 are purpose-built for slow, secure password hashing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11480" y="3529584"/>
            <a:ext cx="292608" cy="292608"/>
          </a:xfrm>
          <a:prstGeom prst="rect">
            <a:avLst/>
          </a:prstGeom>
          <a:solidFill>
            <a:srgbClr val="7B2FBE">
              <a:alpha val="30000"/>
            </a:srgbClr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5295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3529584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HMAC provides integrity AND authentication using a shared secret key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11480" y="4151376"/>
            <a:ext cx="292608" cy="292608"/>
          </a:xfrm>
          <a:prstGeom prst="rect">
            <a:avLst/>
          </a:prstGeom>
          <a:solidFill>
            <a:srgbClr val="7B2FBE">
              <a:alpha val="30000"/>
            </a:srgbClr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41513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2960" y="4151376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signatures provide integrity, authentication, AND non-repudiation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48188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 Cybersecurity Series  ·  CompTIA Security+ SY0-701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Hashing &amp; Integrity</dc:title>
  <dc:subject>PptxGenJS Presentation</dc:subject>
  <dc:creator>BL Cybersecurity Series</dc:creator>
  <cp:lastModifiedBy>BL Cybersecurity Series</cp:lastModifiedBy>
  <cp:revision>1</cp:revision>
  <dcterms:created xsi:type="dcterms:W3CDTF">2026-03-06T06:53:54Z</dcterms:created>
  <dcterms:modified xsi:type="dcterms:W3CDTF">2026-03-06T06:53:54Z</dcterms:modified>
</cp:coreProperties>
</file>