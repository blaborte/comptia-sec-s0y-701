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7B2FBE">
              <a:alpha val="12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solidFill>
            <a:srgbClr val="7B2FBE">
              <a:alpha val="2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2FBE"/>
                </a:solidFill>
              </a:rPr>
              <a:t>BL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CompTIA Security+ SY0-701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8321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Fundamentals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11480" y="2788920"/>
            <a:ext cx="2011680" cy="457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971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Symmetric · Asymmetric · Hashing · Key Exchange · Algorithms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Study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7B2FBE">
              <a:alpha val="6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vs Asymmetric Encryption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Encryption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key encrypts AND decrypts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— suitable for bulk data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distribution problem (how to share key?)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— current gold standard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3DES — legacy, being phased out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 — mobile-friendly symmetric cipher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Encryption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 encrypts, private key decrypts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— used for key exchange only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key distribution problem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— most widely used (2048+ bits)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 — smaller keys, same security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TLS, SSH, digital signatures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7B2FBE">
              <a:alpha val="6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Exchange &amp; Hybrid Encryption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DIFFIE-HELLMAN (DH) — Key exchange over insecure channel without sharing key itself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ECDH — Elliptic Curve Diffie-Hellman; more efficient version of DH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ENCRYPTION — Use asymmetric to exchange symmetric key, then use symmetric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uses hybrid: RSA/ECDH for key exchange + AES for bulk data encryption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FORWARD SECRECY (PFS) — New session key each time; past sessions safe if key compromised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DHE / ECDHE — Ephemeral versions enable PFS in TLS 1.3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length: RSA 2048-bit ≈ AES 112-bit security level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7B2FBE">
              <a:alpha val="6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Cryptographic Algorithms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2590800" cy="1645920"/>
          </a:xfrm>
          <a:prstGeom prst="rect">
            <a:avLst/>
          </a:prstGeom>
          <a:solidFill>
            <a:srgbClr val="111827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14400"/>
            <a:ext cx="25908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51560"/>
            <a:ext cx="259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259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bulk encryption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22320" y="914400"/>
            <a:ext cx="2590800" cy="1645920"/>
          </a:xfrm>
          <a:prstGeom prst="rect">
            <a:avLst/>
          </a:prstGeom>
          <a:solidFill>
            <a:srgbClr val="111827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22320" y="914400"/>
            <a:ext cx="2590800" cy="5486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22320" y="1051560"/>
            <a:ext cx="259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22320" y="1920240"/>
            <a:ext cx="259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key exchange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96000" y="914400"/>
            <a:ext cx="2590800" cy="1645920"/>
          </a:xfrm>
          <a:prstGeom prst="rect">
            <a:avLst/>
          </a:prstGeom>
          <a:solidFill>
            <a:srgbClr val="111827"/>
          </a:solidFill>
          <a:ln w="19050">
            <a:solidFill>
              <a:srgbClr val="00F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96000" y="914400"/>
            <a:ext cx="2590800" cy="54864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6000" y="1051560"/>
            <a:ext cx="259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096000" y="1920240"/>
            <a:ext cx="259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hash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834640"/>
            <a:ext cx="2590800" cy="1645920"/>
          </a:xfrm>
          <a:prstGeom prst="rect">
            <a:avLst/>
          </a:prstGeom>
          <a:solidFill>
            <a:srgbClr val="111827"/>
          </a:solidFill>
          <a:ln w="19050">
            <a:solidFill>
              <a:srgbClr val="FFD3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834640"/>
            <a:ext cx="2590800" cy="54864"/>
          </a:xfrm>
          <a:prstGeom prst="rect">
            <a:avLst/>
          </a:prstGeom>
          <a:solidFill>
            <a:srgbClr val="FFD32A"/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971800"/>
            <a:ext cx="259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48640" y="3840480"/>
            <a:ext cx="259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size for same security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>
              <a:alpha val="40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Fundamentals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1371600" cy="36576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664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(AES) is fast for bulk data; asymmetric (RSA/ECC) solves key distribution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2860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encryption combines both: asymmetric for key exchange, symmetric for data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9077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requires Perfect Forward Secrecy — each session uses ephemeral keys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52958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 provides equivalent security to RSA with much smaller key sizes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15137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MD5 or SHA-1 for security — they are cryptographically broken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Cryptography Fundamentals</dc:title>
  <dc:subject>PptxGenJS Presentation</dc:subject>
  <dc:creator>BL Cybersecurity Series</dc:creator>
  <cp:lastModifiedBy>BL Cybersecurity Series</cp:lastModifiedBy>
  <cp:revision>1</cp:revision>
  <dcterms:created xsi:type="dcterms:W3CDTF">2026-03-06T06:53:54Z</dcterms:created>
  <dcterms:modified xsi:type="dcterms:W3CDTF">2026-03-06T06:53:54Z</dcterms:modified>
</cp:coreProperties>
</file>