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Mobile Security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WPA3 · 802.1X · EAP · MDM · BYOD · Evil Twin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 Standards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 — BROKEN; 40-bit RC4; crackable in minutes; never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 — Improved WEP; TKIP encryption; also deprecated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 — AES-CCMP encryption; KRACK vulnerability (2017); still widely used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 — Current standard; SAE (Dragonfly) replaces PSK; forward secrecy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WPA3-Personal — Protects against offline dictionary attacks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WPA3-Enterprise — 192-bit security mode; required for government/defense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— Port-based NAC; requires RADIUS server for enterprise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Attacks &amp; Defenses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Wireless Attacks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 Twin — rogue AP with same SSID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Deauthentication — force disconnection to capture handshake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KRACK — Key Reinstallation Attack on WPA2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 PIN attack — brute force 8-digit WPS PIN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Wardriving — drive around scanning for APs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 on open/WEP networks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Defense Strategies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WPS — vulnerable to brute force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WPA3 with strong passphrase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802.1X for enterprise networks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WIDS — Wireless Intrusion Detection System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guest networks with separate VLAN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rogue APs with WIDS/NAC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— Mobile Device Management; full device control (remote wipe, policy enforcement)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— Mobile Application Management; control only work apps, not personal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— Employees use personal devices; containerization separates work/personal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 — Company Owned, Personally Enabled; company buys device, allows personal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CYOD — Choose Your Own Device; employee picks from approved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wipe — Erase device if lost or stolen; full wipe vs. selective wipe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 auth — Certificates on devices for network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Mobile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 is completely broken — upgrade to WPA3; disable WPS on all access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 twin attacks succeed when users connect to any network with the right SSID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with RADIUS provides enterprise-grade port-based network access control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enables remote wipe, policy enforcement, and app control on mobile devices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requires containerization to separate and protect corporate data on personal devices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&amp; Mobile Security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