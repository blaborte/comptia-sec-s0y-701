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SIEM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SIEM · SOAR · IDS vs IPS · NetFlow · Threat Hunting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vs 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— Intrusion Detection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and ALERTS on suspicious activity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does not block traffic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(tap/span port)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Signature-based: known attack patterns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Anomaly-based: deviation from baseline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— cannot disrupt legitimate traffic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— Intrusion Prevention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AND BLOCKS suspicious activity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— sits in traffic path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false-positive service disruption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anomaly-based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drop packets, reset connections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protection, higher risk of false positives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SOAR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— Security Information and Event Management; collect, correlate, alert on logs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sources: firewalls, IDS/IPS, servers, endpoints, cloud services, applications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RULES — Match patterns across multiple events (e.g., failed logins then success)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— Security Orchestration, Automation, and Response; automated playbooks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reduces analyst fatigue by automating repetitive tasks (block IP, isolate host)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UBA/UEBA — User/Entity Behavior Analytics; detect anomalous user behavior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IBM QRadar, Microsoft Sentinel — common SIEM platforms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Analysis &amp; Threat Hunting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— Layer 3 traffic flow data; who talked to whom, when, how much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— Full content; resource-intensive; use selectively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Normal behavior profile; deviations trigger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— Proactive search for threats not caught by automated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IOC-BASED HUNTING — Search for known bad IPs, hashes, domains in logs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HYPOTHESIS-BASED HUNTING — Start with assumption; test if attacker could be present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logs — best indicator of malware C2 communication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SIEM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alerts but doesn't block; IPS blocks but risks disrupting legitimate traffic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correlates logs across all sources — one event isn't enough; look for patterns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automates response playbooks — reducing mean time to respond (MTTR)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shows traffic patterns without payload; packet capture shows everything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is proactive — assume breach and look for evidence of attacker presence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&amp; SIEM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