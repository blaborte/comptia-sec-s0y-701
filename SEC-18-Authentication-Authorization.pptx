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00F5A0">
              <a:alpha val="12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solidFill>
            <a:srgbClr val="00F5A0">
              <a:alpha val="2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5A0"/>
                </a:solidFill>
              </a:rPr>
              <a:t>BL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7498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CompTIA Security+ SY0-701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8321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11480" y="2788920"/>
            <a:ext cx="2011680" cy="457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71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0D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MFA · SSO · SAML · OAuth · RBAC · ABAC · Kerberos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Study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Factors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KNOW — Password, PIN, security questions (weakest factor)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HAVE — Smart card, hardware token, authenticator app, OTP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ARE — Biometrics: fingerprint, retina, voice, facial recognition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You ARE — Geolocation, GPS, IP address-based restrictions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DO — Behavioral biometrics: typing rhythm, mouse movement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— Two or more DIFFERENT factor types (not two passwords)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Passwordless — FIDO2/WebAuthn uses cryptographic keys; eliminates passwords entirely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&amp; Federation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F5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114800" cy="347472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 (SSO)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access to multiple apps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2.0 — XML-based; enterprise SSO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— Authorization framework (not authentication)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OpenID Connect (OIDC) — Authentication layer on OAuth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LDAP — Directory protocol for SSO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password fatigue and help desk calls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111827"/>
          </a:solidFill>
          <a:ln w="12700">
            <a:solidFill>
              <a:srgbClr val="7B2FB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804672"/>
            <a:ext cx="4114800" cy="347472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822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Authentication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207008"/>
            <a:ext cx="38862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AD authentication protocol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KDC (Key Distribution Center) issues tickets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TGT (Ticket Granting Ticket) — initial ticket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ticket — grants access to specific service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5-minute time window (NTP must be accurate)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▶"/>
            </a:pPr>
            <a:r>
              <a:rPr lang="en-US" sz="12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Pass-the-ticket — steal Kerberos tickets attack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00F5A0">
              <a:alpha val="6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Models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(Discretionary Access Control) — Owner sets permissions; most flexible (Windows NTFS)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(Mandatory Access Control) — Labels and clearances; government/military use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(Role-Based Access Control) — Permissions based on job role; most common enterprise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 (Attribute-Based Access Control) — Fine-grained; uses attributes (time, location, dept)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— Access based on defined rules (firewall ACLs, time-of-day restrictions)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— Grant only the minimum access needed for the job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▶"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TO KNOW — Even with clearance, only access what's needed for current 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827">
              <a:alpha val="40000"/>
            </a:srgbClr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0F5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TAKEAWAYS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508760"/>
            <a:ext cx="13716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6642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664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requires two different factor types — two passwords is NOT MFA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8600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is for enterprise SSO; OAuth is for authorization; OIDC adds authentication to OAuth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907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uses tickets — NTP sync is critical (5-minute tolerance)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5295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52958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is the most common enterprise authorization model — assign roles, not individual permissions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solidFill>
            <a:srgbClr val="00F5A0">
              <a:alpha val="3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41513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415137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Least privilege and need-to-know minimize damage from compromised accounts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2A3A"/>
          </a:solidFill>
          <a:ln w="12700">
            <a:solidFill>
              <a:srgbClr val="1E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1888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A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 Cybersecurity Series  ·  CompTIA Security+ SY0-701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Authentication &amp; Authorization</dc:title>
  <dc:subject>PptxGenJS Presentation</dc:subject>
  <dc:creator>BL Cybersecurity Series</dc:creator>
  <cp:lastModifiedBy>BL Cybersecurity Series</cp:lastModifiedBy>
  <cp:revision>1</cp:revision>
  <dcterms:created xsi:type="dcterms:W3CDTF">2026-03-06T06:53:54Z</dcterms:created>
  <dcterms:modified xsi:type="dcterms:W3CDTF">2026-03-06T06:53:54Z</dcterms:modified>
</cp:coreProperties>
</file>