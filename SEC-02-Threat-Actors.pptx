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FF4757">
              <a:alpha val="12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 &amp; Motivations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Nation-State · Cybercriminal · Hacktivist · Insider · APT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Threat Actors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— Government-sponsored; most sophisticated, well-funded, long-term goals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CYBERCRIMINAL — Financial motivation; ransomware, fraud, data theft for profit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 — Ideological motivation; public embarrassment, DDoS, defacement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— Current or former employee with legitimate access; hardest to detect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 — Low skill; uses pre-built tools; opportunistic attacks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— Corporate espionage; steal intellectual property or trade secrets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vs. Commodity Threats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Persistent Threat (APT)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or highly organized group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dwell time (months to years)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malware and zero-days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high-value targets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Stealthy — avoids detection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Fancy Bear, Lazarus Group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Threats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organizations or individuals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financial gain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exploit kits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targeting, opportunistic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— volume-based attacks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Ransomware-as-a-Service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Vectors &amp; Threat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 — The path used to gain unauthorized access to a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— Physical access to device; USB drops, evil maid attacks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— Remote exploitation of open services or vulnerabilities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— Compromising software or hardware before it reaches the target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— Manipulating humans to bypass technical controls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— Open Source Intelligence; free public data used for reconnaissance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— Indicators of Compromise; evidence that a breach has occurred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4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 &amp; Motivations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actors are the most sophisticated and have the greatest resources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 are the hardest to detect because they have legitimate access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APTs stay hidden for months or years — look for lateral movement and data exfiltration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kiddies use existing tools but can still cause significant damage at scale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(IOCs, TTPs) helps organizations prepare for likely attack types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Actors &amp; Motivations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