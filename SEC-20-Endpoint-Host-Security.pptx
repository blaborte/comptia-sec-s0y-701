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F5A0">
              <a:alpha val="12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solidFill>
            <a:srgbClr val="00F5A0">
              <a:alpha val="2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5A0"/>
                </a:solidFill>
              </a:rPr>
              <a:t>BL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&amp; Host Security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011680" cy="4572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Hardening · EDR · DLP · Patch Management · Secure Boot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Study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F5A0">
              <a:alpha val="6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Hardening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— Remove unnecessary services, ports, software; change defaults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BENCHMARKS — Industry-standard hardening guides for OS, apps, cloud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STIG — Security Technical Implementation Guides (US DoD standard)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default credentials — First step for every new device deployment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unnecessary services — Reduces attack surface significantly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FIREWALL — Block unwanted inbound/outbound connections at the OS level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WHITELISTING — Only allow approved applications to execute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F5A0">
              <a:alpha val="6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vs Traditional AV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00F5A0">
              <a:alpha val="3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Antivirus (AV)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 detection only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detect zero-days or fileless malware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scheduled scans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— detects after infection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endpoint view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approach — insufficient alone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— Endpoint Detection &amp; Response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analysis + ML detection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fileless, memory-based attacks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real-time monitoring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— detect + respond + remediate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to central console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XDR extends across network, email, cloud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F5A0">
              <a:alpha val="6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&amp; Data Protection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(Data Loss Prevention) — Prevent unauthorized data exfiltration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DLP — Monitors traffic leaving the network for sensitive data patterns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DLP — Controls USB, cloud upload, printing, screenshot of sensitive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DLP — Scans cloud storage for sensitive data (PII, PCI, PHI)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BOOT — Verifies OS integrity before loading; blocks bootkits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 (Trusted Platform Module) — Chip that stores encryption keys securely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DISK ENCRYPTION — BitLocker (Windows), FileVault (Mac); protects stolen devices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&amp; Host Security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71600" cy="36576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solidFill>
            <a:srgbClr val="00F5A0">
              <a:alpha val="3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starts with changing defaults — most breaches exploit default configs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solidFill>
            <a:srgbClr val="00F5A0">
              <a:alpha val="3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replaces traditional AV — behavioral detection catches zero-days and fileless malware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solidFill>
            <a:srgbClr val="00F5A0">
              <a:alpha val="3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prevents data exfiltration via USB, email, cloud upload, and printing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solidFill>
            <a:srgbClr val="00F5A0">
              <a:alpha val="3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Boot + TPM ensures only trusted OS loads — critical for ransomware defense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solidFill>
            <a:srgbClr val="00F5A0">
              <a:alpha val="3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management is the #1 control — most attacks exploit known, patchable vulnerabilities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Endpoint &amp; Host Security</dc:title>
  <dc:subject>PptxGenJS Presentation</dc:subject>
  <dc:creator>BL Cybersecurity Series</dc:creator>
  <cp:lastModifiedBy>BL Cybersecurity Series</cp:lastModifiedBy>
  <cp:revision>1</cp:revision>
  <dcterms:created xsi:type="dcterms:W3CDTF">2026-03-06T06:53:54Z</dcterms:created>
  <dcterms:modified xsi:type="dcterms:W3CDTF">2026-03-06T06:53:54Z</dcterms:modified>
</cp:coreProperties>
</file>