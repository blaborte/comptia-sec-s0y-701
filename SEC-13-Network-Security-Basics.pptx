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BL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Basics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011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OSI Model · Firewalls · DMZ · VLAN · Defense-in-Depth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Study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&amp; Security at Each Layer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 — Application: WAF, app-level authentication, TLS termination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6 — Presentation: Encryption/decryption (SSL/TLS), encoding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— Session: Session management, authentication (Kerberos, RADIUS)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Transport: Firewalls (port-based), TCP/UDP filtering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Network: Routers, ACLs, IPSec, packet filtering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Data Link: MAC filtering, 802.1X, VLANs, ARP inspection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Physical: Cable locks, biometric doors, cameras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Types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Filter (Layer 3-4)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IP/port headers only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— doesn't track connections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but limited protection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rules: permit/deny by IP/port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application-layer visibility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Basic router ACLs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Firewall (NGFW)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Packet Inspection (DPI)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Application-aware (identifies apps)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identity integration with AD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built into firewall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inspection (MITM for inspection)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Palo Alto, Fortinet, Cisco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Zones &amp; Segmentation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(Demilitarized Zone) — Network between internet and internal; hosts public servers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Intranet — Internal trusted network; accessible only by employees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Extranet — Controlled access for partners/vendors; subset of intranet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— Layer 2 segmentation; isolates broadcast domains without physical separation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hopping — Attack jumps between VLANs; mitigate with trunk port controls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MICRO-SEGMENTATION — Fine-grained segmentation; each workload in its own zone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— No implicit trust; verify every request regardless of network location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Basics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71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hosts public-facing servers — web, email, DNS — between two firewalls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NGFWs inspect application layer traffic and can identify apps, not just ports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VLANs provide Layer 2 isolation; segment HR, finance, IoT devices separately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Defense-in-depth: multiple security layers so no single failure causes breach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Micro-segmentation limits lateral movement — even if attacker is inside, they can't spread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Security Basics</dc:title>
  <dc:subject>PptxGenJS Presentation</dc:subject>
  <dc:creator>BL Cybersecurity Series</dc:creator>
  <cp:lastModifiedBy>BL Cybersecurity Series</cp:lastModifiedBy>
  <cp:revision>1</cp:revision>
  <dcterms:created xsi:type="dcterms:W3CDTF">2026-03-06T06:53:54Z</dcterms:created>
  <dcterms:modified xsi:type="dcterms:W3CDTF">2026-03-06T06:53:54Z</dcterms:modified>
</cp:coreProperties>
</file>