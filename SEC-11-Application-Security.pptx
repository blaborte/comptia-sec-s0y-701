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FFD32A">
              <a:alpha val="12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FFD32A">
              <a:alpha val="2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32A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OWASP Top 10 · Injection · XSS · CSRF · Secure SDLC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— Critical Web Risks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BROKEN ACCESS CONTROL — Users access resources they shouldn't (most common)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CRYPTOGRAPHIC FAILURES — Weak/missing encryption exposes sensitive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INJECTION — SQL, OS, LDAP injection; attacker sends malicious commands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INSECURE DESIGN — Flaws in architecture; cannot be fixed by implementation alone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SECURITY MISCONFIGURATION — Default credentials, open cloud storage, verbose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VULNERABLE COMPONENTS — Outdated libraries with known CVEs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AUTH FAILURES — Weak passwords, session fixation, credential stuffing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&amp; XSS Attacks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inserts SQL into input fields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users WHERE id=1 OR 1=1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dump entire database or bypass login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SQLi: infer data from true/false responses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parameterized queries / prepared statements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and stored procedures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 (XSS)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 — malicious script saved in database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XSS — script in URL parameter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XSS — client-side script manipulation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steals session cookies or credentials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output encoding, Content Security Policy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HTTPOnly cookies prevent JavaScript access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D32A">
              <a:alpha val="6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SDLC &amp; Defense Techniques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— Static Application Security Testing; analyze code without executing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— Dynamic Application Security Testing; test running application externally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IAST — Hybrid; instruments running app from inside for deeper analysis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— Manual review of source code for security flaws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 TESTING — Send random/malformed input to find unexpected behavior/crashes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(Web Application Firewall) — Filters malicious HTTP requests (OWASP rules)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— Content Security Policy; HTTP header restricts what scripts can run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D3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FFD32A"/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attacks (SQL, OS, LDAP) are prevented by parameterized queries and input 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stored in the database affects all users who load the page — sanitize output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tricks authenticated users into making unwanted requests — use CSRF tokens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security left: integrate SAST in CI/CD pipeline before code is deployed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FFD32A">
              <a:alpha val="30000"/>
            </a:srgbClr>
          </a:solidFill>
          <a:ln w="12700">
            <a:solidFill>
              <a:srgbClr val="FFD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provides runtime protection; SAST/DAST find vulnerabilities before deployment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Security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