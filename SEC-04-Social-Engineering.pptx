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D32A"/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FFD32A">
              <a:alpha val="12000"/>
            </a:srgbClr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74320"/>
            <a:ext cx="1005840" cy="384048"/>
          </a:xfrm>
          <a:prstGeom prst="rect">
            <a:avLst/>
          </a:prstGeom>
          <a:solidFill>
            <a:srgbClr val="FFD32A">
              <a:alpha val="20000"/>
            </a:srgbClr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743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32A"/>
                </a:solidFill>
              </a:rPr>
              <a:t>BL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CompTIA Security+ SY0-701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8321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Attacks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411480" y="2788920"/>
            <a:ext cx="2011680" cy="45720"/>
          </a:xfrm>
          <a:prstGeom prst="rect">
            <a:avLst/>
          </a:prstGeom>
          <a:solidFill>
            <a:srgbClr val="FFD32A"/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971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Phishing · Vishing · Smishing · Pretexting · BEC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Study Presentation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FFD32A">
              <a:alpha val="60000"/>
            </a:srgbClr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Attack Types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— Deceptive email impersonating trusted entity to steal credentials/data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 — Targeted phishing at specific individual using personalized info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WHALING — Spear phishing targeting C-suite executives (CEO, CFO, etc.)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VISHING — Voice phishing via phone call; impersonates IT support or bank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 — SMS/text-based phishing with malicious links or fake alerts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PHARMING — Redirects users from legitimate websites to fake malicious ones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 — Business Email Compromise; impersonates executive to authorize wire transfers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FFD32A">
              <a:alpha val="60000"/>
            </a:srgbClr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Manipulation Techniques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1480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FFD3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4114800" cy="347472"/>
          </a:xfrm>
          <a:prstGeom prst="rect">
            <a:avLst/>
          </a:prstGeom>
          <a:solidFill>
            <a:srgbClr val="FFD32A">
              <a:alpha val="30000"/>
            </a:srgbClr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Psychological Principles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207008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— impersonate IT, boss, IRS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— 'act now or lose access'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Scarcity — 'limited time offer'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Proof — 'everyone else did it'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Liking — build rapport before asking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Intimidation — fear of consequences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804672"/>
            <a:ext cx="411480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04672"/>
            <a:ext cx="4114800" cy="347472"/>
          </a:xfrm>
          <a:prstGeom prst="rect">
            <a:avLst/>
          </a:prstGeom>
          <a:solidFill>
            <a:srgbClr val="7B2FBE">
              <a:alpha val="3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822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Attack Techniques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207008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Tailgating — follow badge holder in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Shoulder surfing — watch you type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Dumpster diving — find discarded info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Baiting — leave infected USB in lot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Impersonation — fake vendor/janitor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Pretexting — fabricate a scenario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FFD32A">
              <a:alpha val="60000"/>
            </a:srgbClr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Defending Against Social Engineering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AWARENESS TRAINING — Most effective defense against social engineering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SIMULATIONS — Test employees with fake phishing emails; train failures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FILTERING — SPF, DKIM, DMARC records verify legitimate email senders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— Even with stolen credentials, MFA blocks unauthorized login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OUT-OF-BAND — Call back using known number before following instructions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OF LEAST PRIVILEGE — Limit damage if an account IS compromised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CULTURE — Encourage employees to report suspicious contacts without fear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>
              <a:alpha val="40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D32A"/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D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1371600" cy="36576"/>
          </a:xfrm>
          <a:prstGeom prst="rect">
            <a:avLst/>
          </a:prstGeom>
          <a:solidFill>
            <a:srgbClr val="FFD32A"/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64208"/>
            <a:ext cx="292608" cy="292608"/>
          </a:xfrm>
          <a:prstGeom prst="rect">
            <a:avLst/>
          </a:prstGeom>
          <a:solidFill>
            <a:srgbClr val="FFD32A">
              <a:alpha val="30000"/>
            </a:srgbClr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64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664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are the #1 vulnerability — technical controls alone cannot stop social engineering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286000"/>
            <a:ext cx="292608" cy="292608"/>
          </a:xfrm>
          <a:prstGeom prst="rect">
            <a:avLst/>
          </a:prstGeom>
          <a:solidFill>
            <a:srgbClr val="FFD32A">
              <a:alpha val="30000"/>
            </a:srgbClr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28600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 uses personal info from social media to craft convincing attacks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907792"/>
            <a:ext cx="292608" cy="292608"/>
          </a:xfrm>
          <a:prstGeom prst="rect">
            <a:avLst/>
          </a:prstGeom>
          <a:solidFill>
            <a:srgbClr val="FFD32A">
              <a:alpha val="30000"/>
            </a:srgbClr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907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90779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 attacks cost billions annually — always verify wire transfers out-of-band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3529584"/>
            <a:ext cx="292608" cy="292608"/>
          </a:xfrm>
          <a:prstGeom prst="rect">
            <a:avLst/>
          </a:prstGeom>
          <a:solidFill>
            <a:srgbClr val="FFD32A">
              <a:alpha val="30000"/>
            </a:srgbClr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529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529584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SPF, DKIM, and DMARC are email authentication standards that stop spoofing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4151376"/>
            <a:ext cx="292608" cy="292608"/>
          </a:xfrm>
          <a:prstGeom prst="rect">
            <a:avLst/>
          </a:prstGeom>
          <a:solidFill>
            <a:srgbClr val="FFD32A">
              <a:alpha val="30000"/>
            </a:srgbClr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151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4151376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security awareness training is the most effective countermeasure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Engineering Attacks</dc:title>
  <dc:subject>PptxGenJS Presentation</dc:subject>
  <dc:creator>BL Cybersecurity Series</dc:creator>
  <cp:lastModifiedBy>BL Cybersecurity Series</cp:lastModifiedBy>
  <cp:revision>1</cp:revision>
  <dcterms:created xsi:type="dcterms:W3CDTF">2026-03-06T06:53:54Z</dcterms:created>
  <dcterms:modified xsi:type="dcterms:W3CDTF">2026-03-06T06:53:54Z</dcterms:modified>
</cp:coreProperties>
</file>