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Black/White/Grey Box · Phases · Tools · Rules of Engagement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Knowledge 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Box: no prior knowledge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Box: full access + source code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Box: partial info (user credentials)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Internal: tester is inside the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tester attacks from outside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on-site access attempts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Scope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penetration test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test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network assessment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campaign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— full attack simulation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 — red + blue working together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Phases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PLANNING &amp; RULES OF ENGAGEMENT — Scope, legal authorization, out-of-scope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RECONNAISSANCE — Passive (OSINT) and active (scanning) information gathering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SCANNING &amp; ENUMERATION — Nmap port scan, service version detection, OS fingerprinting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EXPLOITATION — Using Metasploit, custom exploits, or manual techniques to gain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POST-EXPLOITATION — Privilege escalation, lateral movement, persistence, data exfiltration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REPORTING — Executive summary + technical findings + remediation recommendations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REMEDIATION VERIFICATION — Re-test to confirm fixes were effective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7B2FBE">
              <a:alpha val="6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— Network discovery, port scanning, OS and service fingerprinting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— Exploit framework; automates exploitation of known vulnerabilities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— Web application proxy; intercept and manipulate HTTP requests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— Network packet capture and protocol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THE RIPPER / HASHCAT — Password cracking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AIRCRACK-NG — Wireless network auditing; WPA/WPA2 cracking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NIKTO — Web server vulnerability scanner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get written authorization (Rules of Engagement) before testing — without it, it is illegal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mimics a real attacker; white box is more thorough for finding code-level flaws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the deliverable — executive summary + technical details + remediation steps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vs. Blue team exercises test detection and response, not just vulnerabilities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team improves both attack and defense simultaneously through collaboration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Penetration Testing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