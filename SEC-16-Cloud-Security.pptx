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IaaS · PaaS · SaaS · Shared Responsibility · CASB · Zero Trust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(Infrastructure as a Service) — Provider: hardware/virtualization; You: OS to apps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(Platform as a Service) — Provider: runtime/OS; You: code and data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(Software as a Service) — Provider manages everything; You: configure and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(Function as a Service) — Serverless; event-driven code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 — Critical: know who secures what in each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IaaS: most customer responsibility | SaaS: least customer responsibility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= Cloud Service Provider (AWS, Azure, GCP)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— shared infrastructure; internet-accessible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— dedicated to one org; on-prem or hosted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— mix of public + private; data portability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Cloud — shared by orgs with common needs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— use multiple CSPs to avoid vendor lock-in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Controls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— enforce security policies for cloud apps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— Cloud Security Posture Management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CWPP — Cloud Workload Protection Platform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encryption — at rest and in transit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— least privilege for cloud resources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/ NSGs — virtual firewall rules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Threats &amp; Best Practices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— #1 cloud breach cause; open S3 buckets, exposed APIs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Know which country your data is stored in; legal implications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— CSP employees have physical access; contracts &amp; audits help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— Secure all cloud management APIs; rotate keys regularly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SECURITY — Injection attacks still apply; validate all inputs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— Image scanning, registry controls, runtime protection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 — Enforce MFA for all cloud console access; use privileged access workstations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responsibility: CSP secures the cloud; you secure what's IN the cloud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is the #1 cause of cloud data breaches — use CSPM tools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enforces security policies between users and cloud apps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know where your data lives and what laws apply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principles apply in cloud: verify every access request explicitly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