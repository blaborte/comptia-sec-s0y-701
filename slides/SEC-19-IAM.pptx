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F5A0">
              <a:alpha val="12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F5A0">
              <a:alpha val="2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A0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Provisioning · PAM · Least Privilege · Password Policy · MFA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Lifecycle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— Create accounts with appropriate roles when user joins org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— Update access when user changes roles (promptly!)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DE-PROVISIONING — Disable/delete accounts immediately when user leaves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ACCOUNTS — Accounts not tied to active user; major security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— Machine/application accounts; often over-privileged; monitor closely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ACCOUNT — Admin/root; use only when needed; log all activity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JOINER-MOVER-LEAVER — Framework for managing IAM lifecycle transitions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&amp; Privileged Access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vault stores admin credentials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rotated automatically after each 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recording of all privileged activity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(JIT) access — temporary elevation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accounts for emergencies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 — no single user has full control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 Policies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password length: 14+ characters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mix of types OR passphrase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after N failed attempts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history prevents reuse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expiration (debated — NIST says avoid)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required for all privileged accounts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Services &amp; Federation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(AD) — Microsoft LDAP-based directory; stores users, groups, policies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(GPO) — Centrally manage Windows settings; enforce security baseline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— Protocol for querying directory services; LDAPS (636) is encrypted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(Entra ID) — Cloud-based identity; SSO to SaaS applications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— Trust relationship between organizations; SAML/OIDC based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IDaaS — Identity as a Service; Okta, Azure AD, Ping Identity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— Grant/deny based on user, device, location, risk level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De-provision accounts immediately on termination — day-1 risk if not done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vaults protect privileged credentials and provide full session recording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access grants admin rights only when needed — reduces standing privilege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 ensures no single person can complete a critical process alone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access quarterly — excessive permissions accumulate over time (privilege creep)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&amp; Access Management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