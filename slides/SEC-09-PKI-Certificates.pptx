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BE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&amp; Certificate Management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 · CRL · OCSP · Certificate Types · Trust Hierarchy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Infrastructure Components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(Certificate Authority) — Trusted entity that issues and signs digital certificates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 — Top of the trust hierarchy; offline for security; signs Intermediate CAs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CA — Issues end-entity certificates; online; limits root CA exposure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(Registration Authority) — Verifies identity before CA issues certificate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(Certificate Revocation List) — List of revoked certificates before expiration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OCSP (Online Certificate Status Protocol) — Real-time certificate status check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(Certificate Signing Request) — Request from entity to CA for a certificate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Validation 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(Domain Validated) — cheapest; verify domain ownership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 (Organization Validated) — verify org identity; business use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(Extended Validation) — highest; strict vetting; shows org name in browser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— *.domain.com covers all subdomains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— Multiple domains in one certificate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Use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 — Secure web (HTTPS)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Signing — Verify software integrity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(S/MIME) — Encrypt/sign emails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Certificate — User authentication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 Certificate — Trust anchor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— No CA trust; internal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Lifecycle &amp; Attacks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fields: Subject, Issuer, Valid dates, Public key, Serial number, Signature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 — App hardcodes expected certificate or CA; detects MitM attacks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TRANSPARENCY — Public log of all issued certs; detects rogue CAs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REVOCATION: CRL is periodic/large file vs. OCSP is real-time/lightweight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OCSP STAPLING — Server includes OCSP response in TLS handshake; reduces latency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Attack — Attacker presents fake cert; defense is HSTS and certificate pinning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Expired/self-signed certs — Common misconfigurations; browsers show warnings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&amp; Certificates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creates a chain of trust: Root CA → Intermediate CA → End-entity certificate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is the list of revoked certs; OCSP provides real-time revocation status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certificates provide highest assurance but require strict vetting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pinning and HSTS protect against MitM attacks using forged certificates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transparency logs detect unauthorized certificate issuance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PKI &amp; Certificate Management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