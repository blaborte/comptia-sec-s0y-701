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Remote Access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IPSec · SSL VPN · Split Tunnel · SD-WAN · ZTNA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office networks permanently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expensive MPLS circuits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tunnel between gateways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to end users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Always-on; no client required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Branch office to HQ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VPN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connects to corporate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software on laptop/phone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tunnel: all traffic through VPN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tunnel: only corporate traffic through VPN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VPN: uses HTTPS (port 443)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Cisco AnyConnect, GlobalProtect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— Suite of protocols for securing IP communications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(Authentication Header) — Provides integrity and authentication; NO encryption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(Encapsulating Security Payload) — Provides encryption + integrity + authentication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 (Internet Key Exchange) — Negotiates security parameters and exchanges keys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MODE — Encrypts entire IP packet; used for site-to-site VPN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 — Encrypts payload only; used for host-to-host within same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IKEv2 — Faster reconnection, MOBIKE for roaming; preferred for mobile devices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Remote Access: ZTNA vs VPN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TUNNELING — Risk: user traffic bypasses corporate controls; malware can enter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TUNNEL — All traffic inspected; slower but more secure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— Software-Defined WAN; intelligent routing across multiple links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(Zero Trust Network Access) — Application-level access; never exposes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vs VPN: ZTNA grants access to specific apps; VPN grants access to whole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— Cloud Access Security Broker; security between users and cloud apps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VPN — Client connects automatically; cannot be disabled by 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Remote Access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ESP provides encryption + integrity; AH provides only integrity (no encryption)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tunneling improves performance but creates security risks — evaluate carefully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is replacing traditional VPN — grants per-app access, not full network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IKEv2 with MOBIKE enables seamless VPN reconnection when network changes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provides cost-effective site connectivity with intelligent traffic routing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VPN &amp; Remote Access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