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&amp; CVSS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Active vs Passive · CVSS Scoring · CVE · Remediation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Scanning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packets to probe targets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disrupt services if aggressive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Credentialed: uses login for deeper scan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Non-credentialed: external view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Nessus, OpenVAS, Qualys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during maintenance windows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Scanning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network traffic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Non-intrusive; no packet injection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find all vulnerabilities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continuous monitoring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Zeek, Wireshark, PRTG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target cooperation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— Common Vulnerability Scoring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SCORE (0-10) — Inherent characteristics of the vulnerability itself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SCORE — Adjusts base score based on exploit availability and remediation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SCORE — Adjusts for your specific organization's context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9.0–10.0 | High: 7.0–8.9 | Medium: 4.0–6.9 | Low: 0.1–3.9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— Common Vulnerabilities and Exposures; unique ID for each known vulnerability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— National Vulnerability Database; NIST-maintained database of CVEs with CVSS scores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— Vulnerability unknown to vendor; no patch exists yet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&amp; Patch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— Regular process of testing and deploying security updates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by CVSS score + asset criticality + exploitability in the wild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CONTROLS — Temporary workaround when patching immediately isn't possible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PATCHING — WAF or IPS rule blocks exploit before official patch is deployed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DISCLOSURE — Responsible disclosure vs. full disclosure debate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— Programs that reward researchers for finding and reporting vulnerabilities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frequency: critical assets weekly, others monthly minimum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&amp; CVSS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Credentialed scans find far more vulnerabilities than non-credentialed scans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base score is 0-10; organizations should prioritize critical (9+) and high (7+)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provides a unique identifier for each known vulnerability across all vendors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Zero-days have no patch — compensating controls and detection are critical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must balance speed (security) vs. testing (stability)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Vulnerability Scanning &amp; CVSS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