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FF4757">
              <a:alpha val="12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1005840" cy="384048"/>
          </a:xfrm>
          <a:prstGeom prst="rect">
            <a:avLst/>
          </a:prstGeom>
          <a:solidFill>
            <a:srgbClr val="FF4757">
              <a:alpha val="20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757"/>
                </a:solidFill>
              </a:rPr>
              <a:t>BL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CompTIA Security+ SY0-701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8321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Types &amp; Analysis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11480" y="2788920"/>
            <a:ext cx="2011680" cy="4572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971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Virus · Worm · Trojan · Ransomware · Rootkit · Spyware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Study Presentation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FF4757">
              <a:alpha val="60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Malware Types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 — Attaches to legitimate files; requires user action to spread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 — Self-replicating; spreads across networks without user interaction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TROJAN — Disguised as legitimate software; creates backdoor for attacker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— Encrypts files; demands payment for decryption key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SPYWARE — Secretly collects user data; keyloggers capture credentials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ROOTKIT — Hides itself deep in OS; achieves persistence and privilege escalation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FILELESS MALWARE — Lives in memory only; no file on disk; evades AV detection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FF4757">
              <a:alpha val="60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Delivery &amp; Persistence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FF47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4114800" cy="347472"/>
          </a:xfrm>
          <a:prstGeom prst="rect">
            <a:avLst/>
          </a:prstGeom>
          <a:solidFill>
            <a:srgbClr val="FF4757">
              <a:alpha val="30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Methods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 with malicious attachment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Drive-by download from compromised site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drop in parking lot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macro in Office document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Trojanized software download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compromise of updates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804672"/>
            <a:ext cx="41148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04672"/>
            <a:ext cx="4114800" cy="347472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Mechanisms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20700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run keys for auto-start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tasks on Windows/Linux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installation for auto-restart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Bootkit — infects MBR/UEFI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DLL hijacking — replaces legitimate library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Rootkit hides processes from 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FF4757">
              <a:alpha val="60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Indicators &amp; Detection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IOCs: unexpected outbound connections, high CPU, encrypted traffic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SIGNATURE-BASED detection: matches known malware patterns in AV database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detection: identifies suspicious behavior patterns (slower, more false positives)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analysis: run malware in isolated VM to observe behavior safely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forensics: dump RAM to find fileless malware not visible on disk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Polymorphic malware: changes code signature on each infection to evade detection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Metamorphic malware: completely rewrites itself; hardest to detect with signatures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>
              <a:alpha val="40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4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Types &amp; Analysis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1371600" cy="36576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64208"/>
            <a:ext cx="292608" cy="292608"/>
          </a:xfrm>
          <a:prstGeom prst="rect">
            <a:avLst/>
          </a:prstGeom>
          <a:solidFill>
            <a:srgbClr val="FF4757">
              <a:alpha val="30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64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664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is the #1 threat to organizations — air-gapped backups are essential defense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286000"/>
            <a:ext cx="292608" cy="292608"/>
          </a:xfrm>
          <a:prstGeom prst="rect">
            <a:avLst/>
          </a:prstGeom>
          <a:solidFill>
            <a:srgbClr val="FF4757">
              <a:alpha val="30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28600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Fileless malware lives in memory and evades traditional antivirus — use EDR solutions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907792"/>
            <a:ext cx="292608" cy="292608"/>
          </a:xfrm>
          <a:prstGeom prst="rect">
            <a:avLst/>
          </a:prstGeom>
          <a:solidFill>
            <a:srgbClr val="FF4757">
              <a:alpha val="30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907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90779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Rootkits achieve deep persistence — removal often requires OS reinstall or reimaging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529584"/>
            <a:ext cx="292608" cy="292608"/>
          </a:xfrm>
          <a:prstGeom prst="rect">
            <a:avLst/>
          </a:prstGeom>
          <a:solidFill>
            <a:srgbClr val="FF4757">
              <a:alpha val="30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529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529584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Worms spread without user interaction — network segmentation limits their spread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4151376"/>
            <a:ext cx="292608" cy="292608"/>
          </a:xfrm>
          <a:prstGeom prst="rect">
            <a:avLst/>
          </a:prstGeom>
          <a:solidFill>
            <a:srgbClr val="FF4757">
              <a:alpha val="30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151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15137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analysis and sandboxing catch unknown (zero-day) malware signatures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Malware Types &amp; Analysis</dc:title>
  <dc:subject>PptxGenJS Presentation</dc:subject>
  <dc:creator>BL Cybersecurity Series</dc:creator>
  <cp:lastModifiedBy>BL Cybersecurity Series</cp:lastModifiedBy>
  <cp:revision>1</cp:revision>
  <dcterms:created xsi:type="dcterms:W3CDTF">2026-03-06T06:53:54Z</dcterms:created>
  <dcterms:modified xsi:type="dcterms:W3CDTF">2026-03-06T06:53:54Z</dcterms:modified>
</cp:coreProperties>
</file>