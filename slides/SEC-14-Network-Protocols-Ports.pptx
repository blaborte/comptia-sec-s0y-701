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BL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CompTIA Security+ SY0-701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8321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Protocols &amp; Ports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11480" y="2788920"/>
            <a:ext cx="201168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971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DNS · SSH · RDP · SMTP · LDAP · RADIUS · TACACS+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Study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Ports to Know for Security+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21 (control) / 20 (data) — Unencrypted; use SFTP (22) or FTPS (990) instead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22 — Encrypted remote shell; replace Telnet (23, unencrypted)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25 — Email transfer; SMTPS 465/587 (encrypted)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53 — UDP for queries; TCP for zone transfers; critical to protect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80 — Unencrypted web; HTTPS 443 — TLS-encrypted web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 3389 — Remote Desktop Protocol; frequent target of brute-force attacks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 389 — Directory services; LDAPS 636 (encrypted)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Critical Ports &amp; Protocols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67/68 — IP address assignment; rogue DHCP is a major threat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 161/162 — Network monitoring; SNMPv1/v2 insecure; use SNMPv3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1812 (auth) / 1813 (accounting) — AAA for network access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TACACS+ 49 — Cisco AAA; TCP; encrypts entire payload (vs. RADIUS: password only)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Kerberos 88 — Ticket-based auth; default for Active Directory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 123 — Time sync; critical for Kerberos (5-min window) and log correlation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BGP 179 — Internet routing; high-value target for route hijacking attacks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Security &amp; Email Authentication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Security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DNSSEC — digitally signed DNS records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over HTTPS (DoH) — encrypts queries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poisoning — fake DNS responses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Split-horizon DNS — internal vs external views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Sinkhole — redirect malicious domains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DNS = best threat hunting indicator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Authentication Standards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SPF — specifies authorized mail servers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DKIM — digitally signs email with private key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DMARC — policy for SPF/DKIM failures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STARTTLS — upgrades SMTP to encrypted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S/MIME — end-to-end email encryption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SPF+DKIM+DMARC stop spoofing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>
              <a:alpha val="40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Protocols &amp; Ports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13716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664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insecure protocols: Telnet→SSH, FTP→SFTP, HTTP→HTTPS, LDAP→LDAPS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2860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 on port 3389 should never be exposed directly to the internet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9077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TACACS+ encrypts entire payload; RADIUS only encrypts the password field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52958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DNSSEC and DNS monitoring are essential — DNS is used by 91% of malware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15137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SPF + DKIM + DMARC together prevent email spoofing and phishing at scale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Protocols &amp; Ports</dc:title>
  <dc:subject>PptxGenJS Presentation</dc:subject>
  <dc:creator>BL Cybersecurity Series</dc:creator>
  <cp:lastModifiedBy>BL Cybersecurity Series</cp:lastModifiedBy>
  <cp:revision>1</cp:revision>
  <dcterms:created xsi:type="dcterms:W3CDTF">2026-03-06T06:53:54Z</dcterms:created>
  <dcterms:modified xsi:type="dcterms:W3CDTF">2026-03-06T06:53:54Z</dcterms:modified>
</cp:coreProperties>
</file>