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FFD32A">
              <a:alpha val="12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FFD32A">
              <a:alpha val="2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32A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Protection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Classification · DLP · GDPR · Data States · Destruction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 Levels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No harm if disclosed; marketing materials, press releases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INTERNAL/PRIVATE — For employees only; internal memos, org charts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Sensitive business data; contracts, financials, strategies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RESTRICTED/TOP SECRET — Most sensitive; trade secrets, PII, PHI, PCI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classification: Unclassified → Confidential → Secret → Top Secret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— Personally Identifiable Information (name, SSN, DOB, address)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— Protected Health Information (HIPAA); medical records and conditions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States &amp; Protection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REST — Stored on disk, DB, tape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TRANSIT — Moving over network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USE — Being processed in RAM/CPU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ALL three states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for at rest, TLS 1.3 for in transit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encryption for data in use (new)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Techniques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 — Replace real data with fake values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— Replace with non-sensitive token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 — Remove all identifying info permanently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PSEUDONYMIZATION — Replace with alias; reversible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— Aggregate/transform to prevent ID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— add noise to datasets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&amp; Destruction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POLICY — How long to keep data (legal, regulatory, business requirements)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 — Preserve data relevant to litigation; overrides retention schedules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DESTRUCTION — Must ensure data cannot be recovered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DEGAUSSING — Magnetic field destroys data on magnetic media (HDDs, tapes)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SHREDDING — Physical destruction; paper or hard drives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ERASURE — Destroy encryption key; encrypted data is unreadable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OVERWRITING (Wiping) — Acceptable for most non-classified use cases; multiple passes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Protection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must be protected in all three states: at rest, in transit, and in use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drives handling requirements — higher classification = stronger controls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is preferred over encryption for payment card data (PCI-DSS)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 suspends normal retention schedules — failure to comply is contempt of court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erasure is the fastest way to destroy data on encrypted storage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Privacy &amp; Protection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