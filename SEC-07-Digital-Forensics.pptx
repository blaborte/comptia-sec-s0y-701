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BL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CompTIA Security+ SY0-701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Forensics &amp; Incident Response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11480" y="2788920"/>
            <a:ext cx="20116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71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IR Lifecycle · Chain of Custody · DFIR Tools · Evidence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Study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Lifecycle (NIST)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PREPARATION — Policies, IR team, playbooks, tools, training before incident occurs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IDENTIFICATION — Detect and confirm an incident occurred (SIEM alerts, user reports)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CONTAINMENT — Stop the spread (isolate systems, block IPs, change credentials)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ERADICATION — Remove malware, close vulnerabilities, patch affected systems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RECOVERY — Restore systems to normal operation from clean backups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LESSONS LEARNED — Post-incident review; what happened, what worked, what to improve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Forensics Principles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Handling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custody — document every person who touches evidence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blockers — prevent modification of storage media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image — bit-for-bit copy of original drive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verification — MD5/SHA-256 confirms image integrity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of volatility — capture RAM first, then disk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Considerations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Amendment — unreasonable search and seizure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warrant required for private data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eDiscovery — legal process to obtain digital evidence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must be relevant, authentic, accurate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witness may present forensic findings in court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DFIR Tools &amp; Techniques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— Memory forensics; analyze RAM dumps for malware, processes, connections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AUTOPSY / FTK — Disk forensics; examine files, deleted data, browser history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/ ELASTIC — SIEM for log correlation and threat hunting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CAPTURE — Wireshark, Zeek analyze traffic; reconstruct attacker sessions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ANALYSIS — Reconstruct events chronologically using file timestamps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ANALYSIS — Compare file hashes against VirusTotal, threat intel feeds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ACQUISITION — Must capture before system shutdown (volatile data)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40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Forensics &amp; IR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3716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64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NIST IR lifecycle: Prepare → Identify → Contain → Eradicate → Recover → Learn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custody is critical — evidence tampering can invalidate a legal case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volatile data first (RAM) before rebooting or pulling the power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images are bit-for-bit copies verified by hash — never work on originals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15137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meetings turn incidents into improvements for future preparedness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Forensics &amp; Incident Response</dc:title>
  <dc:subject>PptxGenJS Presentation</dc:subject>
  <dc:creator>BL Cybersecurity Series</dc:creator>
  <cp:lastModifiedBy>BL Cybersecurity Series</cp:lastModifiedBy>
  <cp:revision>1</cp:revision>
  <dcterms:created xsi:type="dcterms:W3CDTF">2026-03-06T06:53:54Z</dcterms:created>
  <dcterms:modified xsi:type="dcterms:W3CDTF">2026-03-06T06:53:54Z</dcterms:modified>
</cp:coreProperties>
</file>