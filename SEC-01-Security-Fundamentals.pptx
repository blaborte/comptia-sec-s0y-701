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BL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Fundamentals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2011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CIA Triad · AAA · Security Controls · Core Concepts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Study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CIA Triad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— Prevent unauthorized access to data (encryption, access controls, MFA)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— Ensure data accuracy &amp; trustworthiness (hashing, digital signatures, checksums)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— Ensure systems are accessible when needed (redundancy, backups, failover)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Non-repudiation — Cannot deny performing an action (digital signatures, audit logs)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— Verifying who you are before granting access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— Determining what you are allowed to do after authentication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 Types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Controls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 block malicious traffic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policies restrict users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protects data at rest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prevents unauthorized logins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training reduces phishing risk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&amp; Corrective Controls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alerts on suspicious network activity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track user behavior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correlates security events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restore data after ransomware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procedures limit damage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 Categories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2590800" cy="1645920"/>
          </a:xfrm>
          <a:prstGeom prst="rect">
            <a:avLst/>
          </a:prstGeom>
          <a:solidFill>
            <a:srgbClr val="111827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14400"/>
            <a:ext cx="25908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259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259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Controls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(Firewalls, Encryption, IDS)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22320" y="914400"/>
            <a:ext cx="2590800" cy="1645920"/>
          </a:xfrm>
          <a:prstGeom prst="rect">
            <a:avLst/>
          </a:prstGeom>
          <a:solidFill>
            <a:srgbClr val="111827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22320" y="914400"/>
            <a:ext cx="259080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2320" y="1051560"/>
            <a:ext cx="259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22320" y="1920240"/>
            <a:ext cx="259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Managerial Controls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(Policies, Risk Assessments)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96000" y="914400"/>
            <a:ext cx="2590800" cy="1645920"/>
          </a:xfrm>
          <a:prstGeom prst="rect">
            <a:avLst/>
          </a:prstGeom>
          <a:solidFill>
            <a:srgbClr val="111827"/>
          </a:solidFill>
          <a:ln w="19050">
            <a:solidFill>
              <a:srgbClr val="00F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96000" y="914400"/>
            <a:ext cx="2590800" cy="54864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6000" y="1051560"/>
            <a:ext cx="259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096000" y="1920240"/>
            <a:ext cx="259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Controls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(Training, Guard Patrols)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2590800" cy="1645920"/>
          </a:xfrm>
          <a:prstGeom prst="rect">
            <a:avLst/>
          </a:prstGeom>
          <a:solidFill>
            <a:srgbClr val="111827"/>
          </a:solidFill>
          <a:ln w="19050">
            <a:solidFill>
              <a:srgbClr val="FFD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834640"/>
            <a:ext cx="2590800" cy="54864"/>
          </a:xfrm>
          <a:prstGeom prst="rect">
            <a:avLst/>
          </a:prstGeom>
          <a:solidFill>
            <a:srgbClr val="FFD32A"/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71800"/>
            <a:ext cx="259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48640" y="3840480"/>
            <a:ext cx="259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Controls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(Locks, Cameras, Fences)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Framework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— Prove your identity (passwords, biometrics, smart cards, MFA)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— What resources you can access (RBAC, ABAC, MAC, DAC)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(Auditing) — Track and log all user activity for compliance and forensics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— Common AAA protocol for network access (UDP port 1812/1813)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TACACS+ — Cisco proprietary AAA; separates authentication, authorization, and accounting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Kerberos — Ticket-based authentication used in Active Directory environments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4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Fundamentals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371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Triad: Confidentiality, Integrity, Availability are the three pillars of security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AAA: Authentication, Authorization, Accounting — the access control framework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are categorized as Technical, Managerial, Operational, or Physical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can be Preventive, Detective, Corrective, Deterrent, Compensating, or Directive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Non-repudiation ensures actions cannot be denied — key for digital signatures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Fundamentals</dc:title>
  <dc:subject>PptxGenJS Presentation</dc:subject>
  <dc:creator>BL Cybersecurity Series</dc:creator>
  <cp:lastModifiedBy>BL Cybersecurity Series</cp:lastModifiedBy>
  <cp:revision>1</cp:revision>
  <dcterms:created xsi:type="dcterms:W3CDTF">2026-03-06T06:53:54Z</dcterms:created>
  <dcterms:modified xsi:type="dcterms:W3CDTF">2026-03-06T06:53:54Z</dcterms:modified>
</cp:coreProperties>
</file>