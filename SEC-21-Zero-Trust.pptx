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F5A0">
              <a:alpha val="12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F5A0">
              <a:alpha val="2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A0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Trust Always Verify · Microsegmentation · ZTNA · Identity-Centric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 — No implicit trust based on network 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 — Design as if attacker is already inside the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 — Grant only minimum required access, just-in-time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 — Authenticate and authorize every request, every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LOG ALL TRAFFIC — No traffic is trusted by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model is dead — employees work from anywhere; apps are in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new perimeter in a zero-trust world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vs Traditional Perimeter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Perimeter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shell, soft interior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everyone inside the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= inside = trusted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unrestricted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= full network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Castle-and-moat analogy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user, device, app verified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implicit trust for internal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 limits blast radius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authentication and authorization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decision logged and reviewed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perimeter approach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Zero Trust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Strong MFA for all users; PAM for privileged accounts; SSO with OIDC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— Verify device health (OS version, AV status) before granting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Microsegmentation; isolate workloads; default deny all traffic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ZTNA replaces VPN; access specific apps, not the entire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Classify data; encrypt at rest and in transit; DLP controls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— Log everything; SIEM + UEBA for anomaly detection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 — US government Zero Trust Architecture standard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eliminates implicit trust based on network location — verify every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 limits lateral movement — breach one segment, not the whole network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replaces VPN by granting app-level access rather than network-level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becomes the security perimeter — strong MFA is foundational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 mentality drives better detection, logging, and incident response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